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E67E22"/>
                </a:solidFill>
                <a:latin typeface="Calibri"/>
              </a:defRPr>
            </a:pPr>
            <a:r>
              <a:t>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4864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5A5A6"/>
                </a:solidFill>
                <a:latin typeface="Calibri"/>
              </a:defRPr>
            </a:pPr>
            <a:r>
              <a:t>Group 3  ·  University of Kismaayo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Kismaayo Hotel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67E22"/>
                </a:solidFill>
                <a:latin typeface="Calibri"/>
              </a:defRPr>
            </a:pPr>
            <a:r>
              <a:t>Reservation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5A5A6"/>
                </a:solidFill>
                <a:latin typeface="Calibri"/>
              </a:defRPr>
            </a:pPr>
            <a:r>
              <a:t>A full-stack hotel booking website built entirely with pure Java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243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309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5A5A6"/>
                </a:solidFill>
                <a:latin typeface="Calibri"/>
              </a:defRPr>
            </a:pPr>
            <a:r>
              <a:t>📋  Presentation + Live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Today's 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94960" cy="822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4572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  <a:latin typeface="Calibri"/>
              </a:defRPr>
            </a:pPr>
            <a:r>
              <a:t>Why we built this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394960" cy="822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4572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647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  <a:latin typeface="Calibri"/>
              </a:defRPr>
            </a:pPr>
            <a:r>
              <a:t>How we solved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97480"/>
            <a:ext cx="5394960" cy="822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697480"/>
            <a:ext cx="4572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770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System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  <a:latin typeface="Calibri"/>
              </a:defRPr>
            </a:pPr>
            <a:r>
              <a:t>Architecture at a glance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697480"/>
            <a:ext cx="5394960" cy="822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697480"/>
            <a:ext cx="4572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770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  <a:latin typeface="Calibri"/>
              </a:defRPr>
            </a:pPr>
            <a:r>
              <a:t>What the user sees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03320"/>
            <a:ext cx="5394960" cy="822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703320"/>
            <a:ext cx="4572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776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749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Backend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  <a:latin typeface="Calibri"/>
              </a:defRPr>
            </a:pPr>
            <a:r>
              <a:t>How the server works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703320"/>
            <a:ext cx="5394960" cy="822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703320"/>
            <a:ext cx="4572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776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749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Built With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  <a:latin typeface="Calibri"/>
              </a:defRPr>
            </a:pPr>
            <a:r>
              <a:t>Technology &amp; OOP concepts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709160"/>
            <a:ext cx="5394960" cy="822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4709160"/>
            <a:ext cx="4572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782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754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Key Highlights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120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  <a:latin typeface="Calibri"/>
              </a:defRPr>
            </a:pPr>
            <a:r>
              <a:t>Features that stand out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709160"/>
            <a:ext cx="5394960" cy="822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709160"/>
            <a:ext cx="4572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782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4754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The User Journey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120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  <a:latin typeface="Calibri"/>
              </a:defRPr>
            </a:pPr>
            <a:r>
              <a:t>End-to-end walkthrough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715000"/>
            <a:ext cx="5394960" cy="822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" y="5715000"/>
            <a:ext cx="4572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7881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5760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6126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  <a:latin typeface="Calibri"/>
              </a:defRPr>
            </a:pPr>
            <a:r>
              <a:t>What we learned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5715000"/>
            <a:ext cx="5394960" cy="822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9360" y="5715000"/>
            <a:ext cx="4572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57881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5760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Website Live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6126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  <a:latin typeface="Calibri"/>
              </a:defRPr>
            </a:pPr>
            <a:r>
              <a:t>See it in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Calibri"/>
              </a:defRPr>
            </a:pPr>
            <a:r>
              <a:t>What inspired this project?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572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❌  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377440"/>
            <a:ext cx="457200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Hotels in Kismaayo relied on paper records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No online booking system was available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Customers had to call or visit in person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Hard to manage reservations &amp; rooms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No way to check availability remotely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Time-consuming for both staff &amp; guests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5212080" cy="4572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✅  After — Our 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377440"/>
            <a:ext cx="4480560" cy="27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Full online hotel reservation system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Built with pure Java HTTP server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Simple .txt file storage — no database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Easy booking with live pricing calculator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Real-time availability checking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Printable receipts for guests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Admin panel to manage everything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Calibri"/>
              </a:defRPr>
            </a:pPr>
            <a:r>
              <a:t>A full-stack Java application from scratch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566160" cy="43891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6616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0">
                <a:solidFill>
                  <a:srgbClr val="E67E22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D6D7E"/>
                </a:solidFill>
                <a:latin typeface="Calibri"/>
              </a:defRPr>
            </a:pPr>
            <a:r>
              <a:t>9 HTML pages with JavaScript AJAX calls.</a:t>
            </a:r>
          </a:p>
          <a:p>
            <a:pPr algn="ctr">
              <a:spcBef>
                <a:spcPts val="2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Clean CSS design.</a:t>
            </a:r>
          </a:p>
          <a:p>
            <a:pPr algn="ctr">
              <a:spcBef>
                <a:spcPts val="2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Login gateway system.</a:t>
            </a:r>
          </a:p>
          <a:p>
            <a:pPr algn="ctr">
              <a:spcBef>
                <a:spcPts val="2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No frameworks used.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28800"/>
            <a:ext cx="3566160" cy="43891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356616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1031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0">
                <a:solidFill>
                  <a:srgbClr val="E67E22"/>
                </a:solidFill>
                <a:latin typeface="Calibri"/>
              </a:defRPr>
            </a:pPr>
            <a:r>
              <a:t>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  <a:latin typeface="Calibri"/>
              </a:defRPr>
            </a:pPr>
            <a:r>
              <a:t>Backend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004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D6D7E"/>
                </a:solidFill>
                <a:latin typeface="Calibri"/>
              </a:defRPr>
            </a:pPr>
            <a:r>
              <a:t>Pure Java HTTP server.</a:t>
            </a:r>
          </a:p>
          <a:p>
            <a:pPr algn="ctr">
              <a:spcBef>
                <a:spcPts val="2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17 API endpoints.</a:t>
            </a:r>
          </a:p>
          <a:p>
            <a:pPr algn="ctr">
              <a:spcBef>
                <a:spcPts val="2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743 lines of Java code.</a:t>
            </a:r>
          </a:p>
          <a:p>
            <a:pPr algn="ctr">
              <a:spcBef>
                <a:spcPts val="2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Runs on port 8080.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566160" cy="43891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828800"/>
            <a:ext cx="356616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1031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0">
                <a:solidFill>
                  <a:srgbClr val="E67E22"/>
                </a:solidFill>
                <a:latin typeface="Calibri"/>
              </a:defRPr>
            </a:pPr>
            <a:r>
              <a:t>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004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D6D7E"/>
                </a:solidFill>
                <a:latin typeface="Calibri"/>
              </a:defRPr>
            </a:pPr>
            <a:r>
              <a:t>Simple .txt file storage.</a:t>
            </a:r>
          </a:p>
          <a:p>
            <a:pPr algn="ctr">
              <a:spcBef>
                <a:spcPts val="2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No database required.</a:t>
            </a:r>
          </a:p>
          <a:p>
            <a:pPr algn="ctr">
              <a:spcBef>
                <a:spcPts val="2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4 data files total.</a:t>
            </a:r>
          </a:p>
          <a:p>
            <a:pPr algn="ctr">
              <a:spcBef>
                <a:spcPts val="2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Easy to inspect &amp; modify.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Calibri"/>
              </a:defRPr>
            </a:pPr>
            <a:r>
              <a:t>How everything connects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15544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  <a:latin typeface="Calibri"/>
              </a:defRPr>
            </a:pPr>
            <a:r>
              <a:t>🌐 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D6D7E"/>
                </a:solidFill>
                <a:latin typeface="Calibri"/>
              </a:defRPr>
            </a:pPr>
            <a:r>
              <a:t>HTML + CSS + JavaScript</a:t>
            </a:r>
          </a:p>
          <a:p>
            <a:pPr algn="ctr">
              <a:defRPr sz="1300">
                <a:solidFill>
                  <a:srgbClr val="5D6D7E"/>
                </a:solidFill>
                <a:latin typeface="Calibri"/>
              </a:defRPr>
            </a:pPr>
            <a:r>
              <a:t>XMLHttpRequest to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474720" cy="15544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  <a:latin typeface="Calibri"/>
              </a:defRPr>
            </a:pPr>
            <a:r>
              <a:t>☕  Java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D6D7E"/>
                </a:solidFill>
                <a:latin typeface="Calibri"/>
              </a:defRPr>
            </a:pPr>
            <a:r>
              <a:t>HotelServer.java</a:t>
            </a:r>
          </a:p>
          <a:p>
            <a:pPr algn="ctr">
              <a:defRPr sz="1300">
                <a:solidFill>
                  <a:srgbClr val="5D6D7E"/>
                </a:solidFill>
                <a:latin typeface="Calibri"/>
              </a:defRPr>
            </a:pPr>
            <a:r>
              <a:t>17 API handlers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828800"/>
            <a:ext cx="3474720" cy="15544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  <a:latin typeface="Calibri"/>
              </a:defRPr>
            </a:pPr>
            <a:r>
              <a:t>📂  Data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D6D7E"/>
                </a:solidFill>
                <a:latin typeface="Calibri"/>
              </a:defRPr>
            </a:pPr>
            <a:r>
              <a:t>users.txt · rooms.txt</a:t>
            </a:r>
          </a:p>
          <a:p>
            <a:pPr algn="ctr">
              <a:defRPr sz="1300">
                <a:solidFill>
                  <a:srgbClr val="5D6D7E"/>
                </a:solidFill>
                <a:latin typeface="Calibri"/>
              </a:defRPr>
            </a:pPr>
            <a:r>
              <a:t>reservations.txt · contacts.txt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286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7E22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286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7E22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11064240" cy="2651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How a Request Flows Through the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343400"/>
            <a:ext cx="1005840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4572000"/>
            <a:ext cx="41148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29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D7E"/>
                </a:solidFill>
                <a:latin typeface="Calibri"/>
              </a:defRPr>
            </a:pPr>
            <a:r>
              <a:t>User fills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303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Calibri"/>
              </a:defRPr>
            </a:pPr>
            <a:r>
              <a:t>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663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4572000"/>
            <a:ext cx="41148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4572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5029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D7E"/>
                </a:solidFill>
                <a:latin typeface="Calibri"/>
              </a:defRPr>
            </a:pPr>
            <a:r>
              <a:t>JS creates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5303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Calibri"/>
              </a:defRPr>
            </a:pPr>
            <a:r>
              <a:t>JSON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663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4572000"/>
            <a:ext cx="41148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572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5029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D7E"/>
                </a:solidFill>
                <a:latin typeface="Calibri"/>
              </a:defRPr>
            </a:pPr>
            <a:r>
              <a:t>POST 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303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Calibri"/>
              </a:defRPr>
            </a:pPr>
            <a:r>
              <a:t>to server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663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572000"/>
            <a:ext cx="41148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572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029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D7E"/>
                </a:solidFill>
                <a:latin typeface="Calibri"/>
              </a:defRPr>
            </a:pPr>
            <a:r>
              <a:t>Server reads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303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663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4572000"/>
            <a:ext cx="41148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4572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5029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D7E"/>
                </a:solidFill>
                <a:latin typeface="Calibri"/>
              </a:defRPr>
            </a:pPr>
            <a:r>
              <a:t>JSON response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5303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Calibri"/>
              </a:defRPr>
            </a:pPr>
            <a:r>
              <a:t>sent back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4663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0" y="4572000"/>
            <a:ext cx="41148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0" y="4572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04120" y="5029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D7E"/>
                </a:solidFill>
                <a:latin typeface="Calibri"/>
              </a:defRPr>
            </a:pPr>
            <a:r>
              <a:t>Browser shows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5303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Calibri"/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Frontend — The 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Calibri"/>
              </a:defRPr>
            </a:pPr>
            <a:r>
              <a:t>9 HTML pages that make up the website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3566160" cy="1463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56616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  <a:latin typeface="Calibri"/>
              </a:defRPr>
            </a:pPr>
            <a:r>
              <a:t>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Welcome 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00200"/>
            <a:ext cx="3566160" cy="1463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00200"/>
            <a:ext cx="356616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331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Gateway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00200"/>
            <a:ext cx="3566160" cy="1463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00200"/>
            <a:ext cx="356616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Sign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331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New account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91840"/>
            <a:ext cx="3566160" cy="1463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291840"/>
            <a:ext cx="356616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  <a:latin typeface="Calibri"/>
              </a:defRPr>
            </a:pPr>
            <a:r>
              <a:t>🛏️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Rooms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23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Browse rooms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291840"/>
            <a:ext cx="3566160" cy="1463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291840"/>
            <a:ext cx="356616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Book Now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023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Price slider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291840"/>
            <a:ext cx="3566160" cy="1463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3291840"/>
            <a:ext cx="356616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023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My bookings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983480"/>
            <a:ext cx="3566160" cy="1463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983480"/>
            <a:ext cx="356616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715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Manage all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80" y="4983480"/>
            <a:ext cx="3566160" cy="1463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7680" y="4983480"/>
            <a:ext cx="356616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  <a:latin typeface="Calibri"/>
              </a:defRPr>
            </a:pPr>
            <a:r>
              <a:t>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Receipt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715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Print confirm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4983480"/>
            <a:ext cx="3566160" cy="1463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38160" y="4983480"/>
            <a:ext cx="356616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  <a:latin typeface="Calibri"/>
              </a:defRPr>
            </a:pPr>
            <a:r>
              <a:t>ℹ️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5715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Contact 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Backend Engine — Behind the Scenes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Calibri"/>
              </a:defRPr>
            </a:pPr>
            <a:r>
              <a:t>HotelServer.java: 743 lines of pure Java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943600" cy="46634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Core API Handlers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31720"/>
            <a:ext cx="5303520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4572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560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🔐  Login / Signup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User authentication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999232"/>
            <a:ext cx="4572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9992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📅  Book &amp; Bookings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9992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Create, list, cancel reservations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438144"/>
            <a:ext cx="4572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43814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🏠  Rooms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4381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List, add, delete room types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877056"/>
            <a:ext cx="4572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87705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👥 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8770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List, edit, delete users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315968"/>
            <a:ext cx="4572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315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✅  Availability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315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Check if room is free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754880"/>
            <a:ext cx="4572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754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📧  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754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Save messages from guests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193792"/>
            <a:ext cx="4572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1937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📊  Stats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1937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Dashboard statistics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5632704"/>
            <a:ext cx="4572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63270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📁  Static 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6327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Serve HTML, CSS, images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1737360"/>
            <a:ext cx="4754880" cy="4663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2011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💬  How It Works in Simple Terms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2423160"/>
            <a:ext cx="4023360" cy="27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265176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D6D7E"/>
                </a:solidFill>
                <a:latin typeface="Calibri"/>
              </a:defRPr>
            </a:pPr>
            <a:r>
              <a:t>When you click "Login," JavaScript sends a POST request to the server. The server opens users.txt, checks your credentials, and sends back JSON. If correct, your browser stores the session and redirects you to the home page.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20624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✅  Pure Java — no frameworks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✅  No database — just .txt files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✅  17 API endpoints total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✅  JSON communication throughout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✅  Runs on localhost:8080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Built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Calibri"/>
              </a:defRPr>
            </a:pPr>
            <a:r>
              <a:t>Technology stack &amp; programming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303520" cy="46634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🛠  Technology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31720"/>
            <a:ext cx="4572000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36576" cy="3200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560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☕  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HTTP server + all business logic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108960"/>
            <a:ext cx="36576" cy="3200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🌐  HTML + 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All 9 frontend pages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657600"/>
            <a:ext cx="36576" cy="3200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⚡  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657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AJAX calls to the 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206240"/>
            <a:ext cx="36576" cy="3200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206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📂  File I/O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206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Data persistence in .txt files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754880"/>
            <a:ext cx="36576" cy="3200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754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🔗 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754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Data format for all API communication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5394960" cy="466344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920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📦  OOP Concepts Used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2331720"/>
            <a:ext cx="4663440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2560320"/>
            <a:ext cx="36576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Encapsulation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Private fields, public getters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127248"/>
            <a:ext cx="36576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127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Inheritance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1272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Room → StandardRoom, DeluxeRoom, SuiteRoom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694176"/>
            <a:ext cx="36576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36941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Polymorphism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6941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Override methods for different behavior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4261104"/>
            <a:ext cx="36576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42611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Constructor Overloading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2611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Multiple constructors in Customer.java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4828032"/>
            <a:ext cx="36576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4828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Static Members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4828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Auto-increment booking IDs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5212080"/>
            <a:ext cx="46634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0" y="530352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D6D7E"/>
                </a:solidFill>
                <a:latin typeface="Calibri"/>
              </a:defRPr>
            </a:pPr>
            <a:r>
              <a:t>Class Hierarchy:</a:t>
            </a:r>
            <a:br/>
            <a:r>
              <a:t>Room.java ←  StandardRoom  ·  DeluxeRoom  ·  SuiteRoom</a:t>
            </a:r>
            <a:br/>
            <a:r>
              <a:t>Customer.java  ·  User.java  ·  Reservation.java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Key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Calibri"/>
              </a:defRPr>
            </a:pPr>
            <a:r>
              <a:t>Features that make the system stand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21945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56616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🎚️  Doubling Pricing Slider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40280"/>
            <a:ext cx="320040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7E"/>
                </a:solidFill>
                <a:latin typeface="Calibri"/>
              </a:defRPr>
            </a:pPr>
            <a:r>
              <a:t>1–30 nights, price doubles each night.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Live cost breakdown updates instantly.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JavaScript-powered calculation.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566160" cy="21945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56616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🧾  Printable Receipt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240280"/>
            <a:ext cx="320040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3774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7E"/>
                </a:solidFill>
                <a:latin typeface="Calibri"/>
              </a:defRPr>
            </a:pPr>
            <a:r>
              <a:t>Auto-generated after booking.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Print-friendly layout.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No extra software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566160" cy="21945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356616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📊  User 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240280"/>
            <a:ext cx="320040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3774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7E"/>
                </a:solidFill>
                <a:latin typeface="Calibri"/>
              </a:defRPr>
            </a:pPr>
            <a:r>
              <a:t>View your bookings at a glance.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Cancel bookings.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Edit your profile.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14800"/>
            <a:ext cx="3566160" cy="21945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356616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⚙️  Admin Panel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709160"/>
            <a:ext cx="320040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463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7E"/>
                </a:solidFill>
                <a:latin typeface="Calibri"/>
              </a:defRPr>
            </a:pPr>
            <a:r>
              <a:t>Full control panel.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Manage rooms, users, bookings.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Real-time statistics.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114800"/>
            <a:ext cx="3566160" cy="21945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4114800"/>
            <a:ext cx="356616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🔍  Availability Check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4709160"/>
            <a:ext cx="320040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8463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7E"/>
                </a:solidFill>
                <a:latin typeface="Calibri"/>
              </a:defRPr>
            </a:pPr>
            <a:r>
              <a:t>Date overlap detection.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Know before you book.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Prevents double-booking.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114800"/>
            <a:ext cx="3566160" cy="21945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4114800"/>
            <a:ext cx="356616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🔐  Login Gateway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4709160"/>
            <a:ext cx="320040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8463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7E"/>
                </a:solidFill>
                <a:latin typeface="Calibri"/>
              </a:defRPr>
            </a:pPr>
            <a:r>
              <a:t>Secure access system.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Must login to view pages.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Browser session storage.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Calibri"/>
              </a:defRPr>
            </a:pPr>
            <a:r>
              <a:t>Follow a guest from arrival to checkout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21031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3657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Guest Logs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240280"/>
            <a:ext cx="329184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7E"/>
                </a:solidFill>
                <a:latin typeface="Calibri"/>
              </a:defRPr>
            </a:pPr>
            <a:r>
              <a:t>User enters username &amp; password.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Server checks users.txt.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Session saved in browser.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45920"/>
            <a:ext cx="3566160" cy="21031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783080"/>
            <a:ext cx="3657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Calibri"/>
              </a:defRPr>
            </a:pPr>
            <a:r>
              <a:t>🛏️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Browses Rooms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240280"/>
            <a:ext cx="329184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3774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7E"/>
                </a:solidFill>
                <a:latin typeface="Calibri"/>
              </a:defRPr>
            </a:pPr>
            <a:r>
              <a:t>Guest views available rooms.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Prices &amp; amenities displayed.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Can book directly from here.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645920"/>
            <a:ext cx="3566160" cy="21031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75320" y="1783080"/>
            <a:ext cx="3657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Makes a Booking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240280"/>
            <a:ext cx="329184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3774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7E"/>
                </a:solidFill>
                <a:latin typeface="Calibri"/>
              </a:defRPr>
            </a:pPr>
            <a:r>
              <a:t>Selects room, check-in date,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and number of nights.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Slider calculates live price.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023360"/>
            <a:ext cx="3566160" cy="21031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4160520"/>
            <a:ext cx="3657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160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160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Checks Availability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617720"/>
            <a:ext cx="329184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7548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7E"/>
                </a:solidFill>
                <a:latin typeface="Calibri"/>
              </a:defRPr>
            </a:pPr>
            <a:r>
              <a:t>System checks for date overlap.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No double-booking allowed.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Instant confirmation.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4023360"/>
            <a:ext cx="3566160" cy="21031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34840" y="4160520"/>
            <a:ext cx="3657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4160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4160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Views Dashboard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34840" y="4617720"/>
            <a:ext cx="329184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47548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7E"/>
                </a:solidFill>
                <a:latin typeface="Calibri"/>
              </a:defRPr>
            </a:pPr>
            <a:r>
              <a:t>All bookings in one place.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Can cancel if plans change.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Profile editable anytime.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4023360"/>
            <a:ext cx="3566160" cy="21031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75320" y="4160520"/>
            <a:ext cx="3657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4160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4160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Calibri"/>
              </a:defRPr>
            </a:pPr>
            <a:r>
              <a:t>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Gets Receipt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5320" y="4617720"/>
            <a:ext cx="329184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47548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7E"/>
                </a:solidFill>
                <a:latin typeface="Calibri"/>
              </a:defRPr>
            </a:pPr>
            <a:r>
              <a:t>Printable confirmation page.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Booking ID for reference.</a:t>
            </a:r>
          </a:p>
          <a:p>
            <a:pPr>
              <a:spcBef>
                <a:spcPts val="100"/>
              </a:spcBef>
              <a:defRPr sz="1300">
                <a:solidFill>
                  <a:srgbClr val="5D6D7E"/>
                </a:solidFill>
                <a:latin typeface="Calibri"/>
              </a:defRPr>
            </a:pPr>
            <a:r>
              <a:t>Email &amp; phone recorded.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Calibri"/>
              </a:defRPr>
            </a:pPr>
            <a:r>
              <a:t>What we learned from building this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03520" cy="47548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📚  Skills We Applied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40280"/>
            <a:ext cx="4572000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Java HTTP server programming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Frontend development (HTML + CSS + JS)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Client-server architecture &amp; API design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File I/O and data persistence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Object-Oriented Programming concepts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Debugging and testing web applications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Team collaboration and project planning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94960" cy="47548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💡  Why It's Valuable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40280"/>
            <a:ext cx="4663440" cy="27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Real-world problem: hotels need digital booking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Practical: works on any machine with Java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No external dependencies — pure Java only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Easy to understand and modify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Complete system from frontend to data layer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Demonstrates full-stack development concepts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5D6D7E"/>
                </a:solidFill>
                <a:latin typeface="Calibri"/>
              </a:defRPr>
            </a:pPr>
            <a:r>
              <a:t>▸  Can be extended with more features easily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743200"/>
            <a:ext cx="850392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3108960"/>
            <a:ext cx="6675120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5A5A6"/>
                </a:solidFill>
                <a:latin typeface="Calibri"/>
              </a:defRPr>
            </a:pPr>
            <a:r>
              <a:t>📍  We've covered the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The Website is Live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67E22"/>
                </a:solidFill>
                <a:latin typeface="Calibri"/>
              </a:defRPr>
            </a:pPr>
            <a:r>
              <a:t>Let's open it in the browser and see it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474720"/>
            <a:ext cx="3017520" cy="1463040"/>
          </a:xfrm>
          <a:prstGeom prst="roundRect">
            <a:avLst/>
          </a:prstGeom>
          <a:solidFill>
            <a:srgbClr val="243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🖥️  Open Terminal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4023360"/>
            <a:ext cx="246888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206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7E22"/>
                </a:solidFill>
                <a:latin typeface="Calibri"/>
              </a:defRPr>
            </a:pPr>
            <a:r>
              <a:t>→  java HotelServer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474720"/>
            <a:ext cx="3017520" cy="1463040"/>
          </a:xfrm>
          <a:prstGeom prst="roundRect">
            <a:avLst/>
          </a:prstGeom>
          <a:solidFill>
            <a:srgbClr val="243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🌐  Open Browser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4023360"/>
            <a:ext cx="246888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4206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7E22"/>
                </a:solidFill>
                <a:latin typeface="Calibri"/>
              </a:defRPr>
            </a:pPr>
            <a:r>
              <a:t>→  http://localhost:8080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474720"/>
            <a:ext cx="3017520" cy="1463040"/>
          </a:xfrm>
          <a:prstGeom prst="roundRect">
            <a:avLst/>
          </a:prstGeom>
          <a:solidFill>
            <a:srgbClr val="243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🔐  Login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4023360"/>
            <a:ext cx="246888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206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7E22"/>
                </a:solidFill>
                <a:latin typeface="Calibri"/>
              </a:defRPr>
            </a:pPr>
            <a:r>
              <a:t>→  admin  /  admin123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243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309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5A5A6"/>
                </a:solidFill>
                <a:latin typeface="Calibri"/>
              </a:defRPr>
            </a:pPr>
            <a:r>
              <a:t>⏱  After the website demo, we'll be happy to answer your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